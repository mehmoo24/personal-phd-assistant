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545"/>
  </p:normalViewPr>
  <p:slideViewPr>
    <p:cSldViewPr snapToGrid="0">
      <p:cViewPr varScale="1">
        <p:scale>
          <a:sx n="79" d="100"/>
          <a:sy n="79" d="100"/>
        </p:scale>
        <p:origin x="1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2E4A-321D-D75D-0666-48BB1B3AA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01C8A-E048-DC87-DE78-089850DC0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5E043-586B-3B2C-9C54-462EB0CEC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A4B4-6ECA-2346-BBCE-3C0AF7FFCE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F3A7C-A1C4-19AA-C83A-CF1211CCA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33A34-DB8A-1BF8-FE68-5D0D26A0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B6662-5683-B849-A211-4287BBE01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26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2E97-F58D-CCB5-7C61-A27BE3AB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8C1E8-51F8-5C56-E5EC-CD73AC19D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84F4F-43D9-667D-4D08-B9B478EB2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A4B4-6ECA-2346-BBCE-3C0AF7FFCE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6CAF5-8EBE-FDA5-69E5-9DD4E0246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443E8-E2A5-2DCB-A40F-495920E4A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B6662-5683-B849-A211-4287BBE01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18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0EDF0-E506-E7A7-05B0-42C1B2CA4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674C1-07E2-B499-65D3-2B3042017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701AB-57D9-5147-E5C1-5E4F65C54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A4B4-6ECA-2346-BBCE-3C0AF7FFCE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50B58-7D61-5F28-3BA8-4E249361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50683-B080-F10F-733F-ABC348086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B6662-5683-B849-A211-4287BBE01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1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32C53-7C20-630D-1C19-116B46F4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09D46-A4C5-834A-8AFA-CDE0B1515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777DA-2661-EC69-70E0-D6DA7422D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F7431-314C-3D9A-482A-5DC7AAA4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A4B4-6ECA-2346-BBCE-3C0AF7FFCE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C03C2-5543-82E4-BB2A-670B7BA39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6776D-9D36-79E9-3BFF-8C44D002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B6662-5683-B849-A211-4287BBE01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79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9B00-B817-C216-7B22-19E1727A6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A0122-3D4B-FDF3-F94E-9AE4B6014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D611E1-74D8-0BA4-36E5-FDA95A2DC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C629E3-2850-D259-BD3D-5CAF97F3EA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EB261C-6992-7CA7-C4F8-20DE53593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0C3E20-1FB4-FA33-AE23-A3EDAC5D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A4B4-6ECA-2346-BBCE-3C0AF7FFCE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414901-C269-16AC-4235-B90C70506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47261-34BC-D61D-91B5-54135895F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B6662-5683-B849-A211-4287BBE01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4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2FBE1-1B94-9B75-D359-BA378A50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C50F4B-E84C-BBE7-9662-D961E1709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A4B4-6ECA-2346-BBCE-3C0AF7FFCE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E88A8-E697-5E34-AAD3-F51F7342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F6ADEE-0E3F-7C6B-8E87-C1454300C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B6662-5683-B849-A211-4287BBE01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11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AC15A5-6FB4-B6D5-F796-198903875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A4B4-6ECA-2346-BBCE-3C0AF7FFCE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4C88D5-E2C1-C9B0-A082-383EB65B1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4217B-3EB1-1129-AE7A-4826B65F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B6662-5683-B849-A211-4287BBE01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03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20CC0-BFD1-D113-AF9C-2CEEA12C7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064E6-78F6-D002-8AD9-CD4F46E6E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F0DB6-2DC3-2636-1218-DF3D9F74C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76512-894D-B6A8-4526-2690C852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A4B4-6ECA-2346-BBCE-3C0AF7FFCE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D7903-5D84-720E-C8F7-5A89BC892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24A49-89FC-3D3C-740A-D14BB8719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B6662-5683-B849-A211-4287BBE01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49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29EEF-FEE0-4387-F79E-3052E420E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D19C91-98F0-F10A-8997-60C6687760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B0230-0196-AABD-9CE1-09AFA4CC0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F1901-37B5-998D-BA57-30ED69C3E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A4B4-6ECA-2346-BBCE-3C0AF7FFCE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24C34-8FB2-D357-E969-C6049C4E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1E98B-6B71-F235-F772-E6BAAE02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B6662-5683-B849-A211-4287BBE01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47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19E97-C6F2-C6A2-B132-36999FA8D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A7FDD-C95D-A17D-817D-43244530B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37305-4D24-A33D-05A3-5883B446F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A4B4-6ECA-2346-BBCE-3C0AF7FFCE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49BD1-77B0-05FD-6EEF-0CEDD92D7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34F4B-F825-F473-F06C-720FE03F1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B6662-5683-B849-A211-4287BBE01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5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C735C6-D79C-DFFD-F8AB-B8DC85C7BB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AB14B-025D-A61D-417A-85DC5499C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A3E03-7A3F-9BD9-B6CE-E341656CC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A4B4-6ECA-2346-BBCE-3C0AF7FFCE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B9D44-60B4-306A-BF5A-7C05770DE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B368A-BAB4-A3CA-53FF-08DF6C84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B6662-5683-B849-A211-4287BBE01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32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1739E6-BBC8-6D4A-1D9D-AE3863D1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B69F9-0FAD-B77D-7F7D-33253C76F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E934C-CB48-6E18-6E1B-F99C512F25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DA4B4-6ECA-2346-BBCE-3C0AF7FFCE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5E399-E0F5-7F54-7646-1D9F80A7A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729F6-A2F8-B838-AF63-97B365604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DB6662-5683-B849-A211-4287BBE01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B3A88-244D-B0B4-5BF8-AC01855D50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Fluxes for Model Comparisons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99F2ED-ACFC-9EAB-B74E-0CF4B31D47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April 16, 2026</a:t>
            </a:r>
          </a:p>
        </p:txBody>
      </p:sp>
    </p:spTree>
    <p:extLst>
      <p:ext uri="{BB962C8B-B14F-4D97-AF65-F5344CB8AC3E}">
        <p14:creationId xmlns:p14="http://schemas.microsoft.com/office/powerpoint/2010/main" val="2064545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6D5E-9AF1-A5FE-7F09-BB1F77909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FRW to Dan’s ME Flux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AF093-3D71-30C0-BCF3-BC75410BA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825625"/>
            <a:ext cx="517797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Dan’s flux: un-bin normalized (since nuisance divides out by bin width) and Dan’s flux is </a:t>
            </a:r>
            <a:r>
              <a:rPr lang="en-US" dirty="0" err="1"/>
              <a:t>rebinned</a:t>
            </a:r>
            <a:r>
              <a:rPr lang="en-US" dirty="0"/>
              <a:t> into 500 MeV bins</a:t>
            </a:r>
          </a:p>
          <a:p>
            <a:r>
              <a:rPr lang="en-US" dirty="0"/>
              <a:t>Red is the FRW flux (inherently bin width normalized)</a:t>
            </a:r>
          </a:p>
          <a:p>
            <a:r>
              <a:rPr lang="en-US" dirty="0"/>
              <a:t>Black is Dan’s flux bin width normalized </a:t>
            </a:r>
          </a:p>
          <a:p>
            <a:r>
              <a:rPr lang="en-US" dirty="0"/>
              <a:t>Orange is Dan’s flux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ym typeface="Wingdings" pitchFamily="2" charset="2"/>
              </a:rPr>
              <a:t> Perfect match essentially</a:t>
            </a:r>
            <a:endParaRPr lang="en-US" dirty="0"/>
          </a:p>
        </p:txBody>
      </p:sp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9BF02ED4-5115-F381-E056-3604111A8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278" y="1690688"/>
            <a:ext cx="6513408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30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785C-5179-748C-6134-5CCEE7EA8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FRW to Tutorial’s LE Flux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BE88E-B0AD-0C2C-79FA-40F668DD0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825624"/>
            <a:ext cx="5421086" cy="4803775"/>
          </a:xfrm>
        </p:spPr>
        <p:txBody>
          <a:bodyPr>
            <a:normAutofit/>
          </a:bodyPr>
          <a:lstStyle/>
          <a:p>
            <a:r>
              <a:rPr lang="en-US" dirty="0"/>
              <a:t>Black is the nu LE flux from FRW</a:t>
            </a:r>
          </a:p>
          <a:p>
            <a:r>
              <a:rPr lang="en-US" dirty="0"/>
              <a:t>Red is the LE flux from the tutorial: </a:t>
            </a:r>
            <a:r>
              <a:rPr lang="en-US" dirty="0" err="1"/>
              <a:t>minerva_le_flux.root</a:t>
            </a:r>
            <a:r>
              <a:rPr lang="en-US" dirty="0"/>
              <a:t> </a:t>
            </a:r>
          </a:p>
          <a:p>
            <a:r>
              <a:rPr lang="en-US" dirty="0"/>
              <a:t>For comparison, the red flux from the </a:t>
            </a:r>
            <a:r>
              <a:rPr lang="en-US" dirty="0" err="1"/>
              <a:t>tutorlal</a:t>
            </a:r>
            <a:r>
              <a:rPr lang="en-US" dirty="0"/>
              <a:t> is plotted after it has been bin width normalized (since it was the un-bin normalized flux) and it was scaled 1e-6 since it was per 10^6 POT</a:t>
            </a:r>
          </a:p>
          <a:p>
            <a:r>
              <a:rPr lang="en-US" dirty="0">
                <a:sym typeface="Wingdings" pitchFamily="2" charset="2"/>
              </a:rPr>
              <a:t> Perfect match essentially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A graph of energy&#10;&#10;AI-generated content may be incorrect.">
            <a:extLst>
              <a:ext uri="{FF2B5EF4-FFF2-40B4-BE49-F238E27FC236}">
                <a16:creationId xmlns:a16="http://schemas.microsoft.com/office/drawing/2014/main" id="{5221A562-EE84-C9F3-E907-AD05EB3BF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557" y="1825625"/>
            <a:ext cx="6315443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12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8765C-78F6-5CAC-85F8-1C9D4597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own </a:t>
            </a:r>
            <a:r>
              <a:rPr lang="en-US" dirty="0" err="1"/>
              <a:t>rebinning</a:t>
            </a:r>
            <a:r>
              <a:rPr lang="en-US" dirty="0"/>
              <a:t>  - ME, neutrino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D1F11-F465-87EA-51AC-E62021C92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91100" cy="4351338"/>
          </a:xfrm>
        </p:spPr>
        <p:txBody>
          <a:bodyPr/>
          <a:lstStyle/>
          <a:p>
            <a:r>
              <a:rPr lang="en-US" dirty="0"/>
              <a:t>FRW </a:t>
            </a:r>
            <a:r>
              <a:rPr lang="en-US" dirty="0" err="1"/>
              <a:t>numu</a:t>
            </a:r>
            <a:r>
              <a:rPr lang="en-US" dirty="0"/>
              <a:t> is red</a:t>
            </a:r>
          </a:p>
          <a:p>
            <a:r>
              <a:rPr lang="en-US" dirty="0"/>
              <a:t>My </a:t>
            </a:r>
            <a:r>
              <a:rPr lang="en-US" dirty="0" err="1"/>
              <a:t>rebinned</a:t>
            </a:r>
            <a:r>
              <a:rPr lang="en-US" dirty="0"/>
              <a:t> </a:t>
            </a:r>
            <a:r>
              <a:rPr lang="en-US" dirty="0" err="1"/>
              <a:t>numu</a:t>
            </a:r>
            <a:r>
              <a:rPr lang="en-US" dirty="0"/>
              <a:t> is black</a:t>
            </a:r>
          </a:p>
          <a:p>
            <a:pPr lvl="1"/>
            <a:r>
              <a:rPr lang="en-US" dirty="0"/>
              <a:t>Had to bin width normalize mine before plotting here since NUISANCE wants it NOT bin width normalized whereas the FRW flux is bin width normalized</a:t>
            </a:r>
          </a:p>
        </p:txBody>
      </p:sp>
      <p:pic>
        <p:nvPicPr>
          <p:cNvPr id="5" name="Picture 4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6A2DDF50-E8A2-FB74-EDF2-4AEED83F9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482725"/>
            <a:ext cx="6240343" cy="421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537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22840-9869-A5D0-9CB8-190DC0ADB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61B56-46BC-0192-9DC1-D97A79EF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own </a:t>
            </a:r>
            <a:r>
              <a:rPr lang="en-US" dirty="0" err="1"/>
              <a:t>rebinning</a:t>
            </a:r>
            <a:r>
              <a:rPr lang="en-US" dirty="0"/>
              <a:t> – ME, antineutrino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E1A79-0BDA-70E3-16A6-B6FA5FEFC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91100" cy="4351338"/>
          </a:xfrm>
        </p:spPr>
        <p:txBody>
          <a:bodyPr/>
          <a:lstStyle/>
          <a:p>
            <a:r>
              <a:rPr lang="en-US" dirty="0"/>
              <a:t>FRW </a:t>
            </a:r>
            <a:r>
              <a:rPr lang="en-US" dirty="0" err="1"/>
              <a:t>numubar</a:t>
            </a:r>
            <a:r>
              <a:rPr lang="en-US" dirty="0"/>
              <a:t> is red</a:t>
            </a:r>
          </a:p>
          <a:p>
            <a:r>
              <a:rPr lang="en-US" dirty="0"/>
              <a:t>My </a:t>
            </a:r>
            <a:r>
              <a:rPr lang="en-US" dirty="0" err="1"/>
              <a:t>rebinned</a:t>
            </a:r>
            <a:r>
              <a:rPr lang="en-US" dirty="0"/>
              <a:t> </a:t>
            </a:r>
            <a:r>
              <a:rPr lang="en-US" dirty="0" err="1"/>
              <a:t>numubar</a:t>
            </a:r>
            <a:r>
              <a:rPr lang="en-US" dirty="0"/>
              <a:t> is black</a:t>
            </a:r>
          </a:p>
          <a:p>
            <a:pPr lvl="1"/>
            <a:r>
              <a:rPr lang="en-US" dirty="0"/>
              <a:t>Had to bin width normalize mine before plotting here since NUISANCE wants it NOT bin width normalized whereas the FRW flux is bin width normalized</a:t>
            </a:r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C34EB844-0853-206A-2EE1-AE0FEBC5F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930" y="1494744"/>
            <a:ext cx="6180662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194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219</Words>
  <Application>Microsoft Macintosh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Fluxes for Model Comparisons</vt:lpstr>
      <vt:lpstr>Comparison of FRW to Dan’s ME Flux</vt:lpstr>
      <vt:lpstr>Comparison of FRW to Tutorial’s LE Flux</vt:lpstr>
      <vt:lpstr>My own rebinning  - ME, neutrino</vt:lpstr>
      <vt:lpstr>My own rebinning – ME, antineutrino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Mehmood</dc:creator>
  <cp:lastModifiedBy>Maria Mehmood</cp:lastModifiedBy>
  <cp:revision>5</cp:revision>
  <dcterms:created xsi:type="dcterms:W3CDTF">2026-04-16T09:18:18Z</dcterms:created>
  <dcterms:modified xsi:type="dcterms:W3CDTF">2026-04-16T16:25:41Z</dcterms:modified>
</cp:coreProperties>
</file>